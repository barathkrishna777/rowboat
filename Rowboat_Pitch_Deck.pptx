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840480"/>
          </a:xfrm>
          <a:prstGeom prst="roundRect">
            <a:avLst/>
          </a:prstGeom>
          <a:solidFill>
            <a:srgbClr val="19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690F"/>
                </a:solidFill>
                <a:latin typeface="Calibri"/>
              </a:defRPr>
            </a:pPr>
            <a:r>
              <a:t>ROWBOAT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Calibri"/>
              </a:defRPr>
            </a:pPr>
            <a:r>
              <a:t>AI-Powered Group Outing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8B0"/>
                </a:solidFill>
                <a:latin typeface="Calibri"/>
              </a:defRPr>
            </a:pPr>
            <a:r>
              <a:t>From "let's do something" to a booked itinerary — in under a minute.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785"/>
                </a:solidFill>
                <a:latin typeface="Calibri"/>
              </a:defRPr>
            </a:pPr>
            <a:r>
              <a:t>CMU Startup Program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Carnegie Mellon University  •  24-880 AI Agents for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Planning a group outing is painful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📱  47-message group chats just to pick a restaurant</a:t>
            </a:r>
          </a:p>
          <a:p>
            <a:pPr>
              <a:spcAft>
                <a:spcPts val="14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📅  Endless back-and-forth to find a time that works for everyone</a:t>
            </a:r>
          </a:p>
          <a:p>
            <a:pPr>
              <a:spcAft>
                <a:spcPts val="14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🤷  Decision fatigue — too many options, no one wants to decide</a:t>
            </a:r>
          </a:p>
          <a:p>
            <a:pPr>
              <a:spcAft>
                <a:spcPts val="14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🔀  Juggling 5+ apps: group chat, calendars, maps, Yelp, booking sites</a:t>
            </a:r>
          </a:p>
          <a:p>
            <a:pPr>
              <a:spcAft>
                <a:spcPts val="14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❌  Plans fall apart because coordination takes too long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40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90F"/>
                </a:solidFill>
                <a:latin typeface="Calibri"/>
              </a:defRPr>
            </a:pPr>
            <a:r>
              <a:t>Result: 60% of planned outings never happen because the coordination burden is too high.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One platform. One conversation.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785"/>
                </a:solidFill>
                <a:latin typeface="Calibri"/>
              </a:defRPr>
            </a:pPr>
            <a:r>
              <a:t>Rowboat coordinates everything so your group doesn't have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329184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92024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2024"/>
                </a:solidFill>
                <a:latin typeface="Calibri"/>
              </a:defRPr>
            </a:pPr>
            <a:r>
              <a:t>Describe your outing 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"Bowling night with dinner for 6 people next Saturday"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2560320" cy="329184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92024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2024"/>
                </a:solidFill>
                <a:latin typeface="Calibri"/>
              </a:defRPr>
            </a:pPr>
            <a:r>
              <a:t>AI agents handle the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Search venues, check calendars, match preferences, rank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560320" cy="329184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92024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2024"/>
                </a:solidFill>
                <a:latin typeface="Calibri"/>
              </a:defRPr>
            </a:pPr>
            <a:r>
              <a:t>Built for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Friends list, one-click invites, shared preferences and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377440"/>
            <a:ext cx="2560320" cy="329184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92024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2024"/>
                </a:solidFill>
                <a:latin typeface="Calibri"/>
              </a:defRPr>
            </a:pPr>
            <a:r>
              <a:t>Book in one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Calendar invites sent to everyone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Multi-Agent AI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6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90F"/>
                </a:solidFill>
                <a:latin typeface="Calibri"/>
              </a:defRPr>
            </a:pPr>
            <a:r>
              <a:t>Search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785"/>
                </a:solidFill>
                <a:latin typeface="Calibri"/>
              </a:defRPr>
            </a:pPr>
            <a:r>
              <a:t>Queries Google Places, Yelp,</a:t>
            </a:r>
            <a:br/>
            <a:r>
              <a:t>Eventbrite, Ticketmaster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90D9"/>
                </a:solidFill>
                <a:latin typeface="Calibri"/>
              </a:defRPr>
            </a:pPr>
            <a:r>
              <a:t>Preference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785"/>
                </a:solidFill>
                <a:latin typeface="Calibri"/>
              </a:defRPr>
            </a:pPr>
            <a:r>
              <a:t>Adaptive questionnaire that</a:t>
            </a:r>
            <a:br/>
            <a:r>
              <a:t>builds rich user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B954"/>
                </a:solidFill>
                <a:latin typeface="Calibri"/>
              </a:defRPr>
            </a:pPr>
            <a:r>
              <a:t>Calendar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785"/>
                </a:solidFill>
                <a:latin typeface="Calibri"/>
              </a:defRPr>
            </a:pPr>
            <a:r>
              <a:t>Finds time slots where</a:t>
            </a:r>
            <a:br/>
            <a:r>
              <a:t>everyone is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Recommendation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926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785"/>
                </a:solidFill>
                <a:latin typeface="Calibri"/>
              </a:defRPr>
            </a:pPr>
            <a:r>
              <a:t>Constraint solver + RAG</a:t>
            </a:r>
            <a:br/>
            <a:r>
              <a:t>for ranked suggestions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92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024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926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785"/>
                </a:solidFill>
                <a:latin typeface="Calibri"/>
              </a:defRPr>
            </a:pPr>
            <a:r>
              <a:t>Coordinates all agents into</a:t>
            </a:r>
            <a:br/>
            <a:r>
              <a:t>a single planning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785"/>
                </a:solidFill>
                <a:latin typeface="Calibri"/>
              </a:defRPr>
            </a:pPr>
            <a:r>
              <a:t>Powered by PydanticAI  •  Gemini 2.5 Flash  •  ChromaDB RAG  •  FastAPI +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Starting with campus, scaling to every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92024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2024"/>
                </a:solidFill>
                <a:latin typeface="Calibri"/>
              </a:defRPr>
            </a:pPr>
            <a:r>
              <a:t>Beachhead: College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Frequent group outings, digitally native,</a:t>
            </a:r>
            <a:br/>
            <a:r>
              <a:t>strong network effects on campus.</a:t>
            </a:r>
            <a:br/>
            <a:r>
              <a:t>20M+ US college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92024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2024"/>
                </a:solidFill>
                <a:latin typeface="Calibri"/>
              </a:defRPr>
            </a:pPr>
            <a:r>
              <a:t>Expansion: Young Professionals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Team dinners, friend groups in cities,</a:t>
            </a:r>
            <a:br/>
            <a:r>
              <a:t>recurring social planning needs.</a:t>
            </a:r>
            <a:br/>
            <a:r>
              <a:t>44M Americans aged 22–34.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192024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2024"/>
                </a:solidFill>
                <a:latin typeface="Calibri"/>
              </a:defRPr>
            </a:pPr>
            <a:r>
              <a:t>Long-term: Organizations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Student orgs, corporate teams,</a:t>
            </a:r>
            <a:br/>
            <a:r>
              <a:t>event planning as a service.</a:t>
            </a:r>
            <a:br/>
            <a:r>
              <a:t>B2B SaaS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How we make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90F"/>
                </a:solidFill>
                <a:latin typeface="Calibri"/>
              </a:defRPr>
            </a:pPr>
            <a:r>
              <a:t>B2C: Freemium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Free tier for basic planning.</a:t>
            </a:r>
            <a:br/>
            <a:r>
              <a:t>Premium unlocks smart personalization,</a:t>
            </a:r>
            <a:br/>
            <a:r>
              <a:t>calendar sync, group memory,</a:t>
            </a:r>
            <a:br/>
            <a:r>
              <a:t>and priority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90F"/>
                </a:solidFill>
                <a:latin typeface="Calibri"/>
              </a:defRPr>
            </a:pPr>
            <a:r>
              <a:t>B2B: Venue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Restaurants, entertainment venues,</a:t>
            </a:r>
            <a:br/>
            <a:r>
              <a:t>and franchises pay for featured</a:t>
            </a:r>
            <a:br/>
            <a:r>
              <a:t>placement, lead generation,</a:t>
            </a:r>
            <a:br/>
            <a:r>
              <a:t>and booking conversions.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90F"/>
                </a:solidFill>
                <a:latin typeface="Calibri"/>
              </a:defRPr>
            </a:pPr>
            <a:r>
              <a:t>B2B: Organizational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785"/>
                </a:solidFill>
                <a:latin typeface="Calibri"/>
              </a:defRPr>
            </a:pPr>
            <a:r>
              <a:t>Universities, employers, and</a:t>
            </a:r>
            <a:br/>
            <a:r>
              <a:t>student orgs license Rowboat</a:t>
            </a:r>
            <a:br/>
            <a:r>
              <a:t>for event coordination</a:t>
            </a:r>
            <a:br/>
            <a:r>
              <a:t>and social programming.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90F"/>
                </a:solidFill>
                <a:latin typeface="Calibri"/>
              </a:defRPr>
            </a:pPr>
            <a:r>
              <a:t>Distribution: Product-led growth via group invites — every user brings in their friends.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TRACTION &amp;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What we've built so far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B954"/>
                </a:solidFill>
                <a:latin typeface="Calibri"/>
              </a:defRPr>
            </a:pPr>
            <a:r>
              <a:t>✅  Working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End-to-end prototype with all 5 AI</a:t>
            </a:r>
            <a:br/>
            <a:r>
              <a:t>agents, constraint solver, and RAG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01168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B954"/>
                </a:solidFill>
                <a:latin typeface="Calibri"/>
              </a:defRPr>
            </a:pPr>
            <a:r>
              <a:t>✅ 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Live on Railway with FastAPI backend</a:t>
            </a:r>
            <a:br/>
            <a:r>
              <a:t>and Streamlit 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B954"/>
                </a:solidFill>
                <a:latin typeface="Calibri"/>
              </a:defRPr>
            </a:pPr>
            <a:r>
              <a:t>✅  69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Comprehensive test suite covering</a:t>
            </a:r>
            <a:br/>
            <a:r>
              <a:t>constraints, models, DB, agents, and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651760" cy="2743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DB954"/>
                </a:solidFill>
                <a:latin typeface="Calibri"/>
              </a:defRPr>
            </a:pPr>
            <a:r>
              <a:t>✅  Social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Friends system with requests,</a:t>
            </a:r>
            <a:br/>
            <a:r>
              <a:t>quick-add to groups, and user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785"/>
                </a:solidFill>
                <a:latin typeface="Calibri"/>
              </a:defRPr>
            </a:pPr>
            <a:r>
              <a:t>Tech Stack: PydanticAI  •  Gemini 2.5 Flash  •  FastAPI  •  Streamlit  •  SQLAlchemy  •  ChromaDB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Why not just use what exists?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024"/>
                </a:solidFill>
                <a:latin typeface="Calibri"/>
              </a:defRPr>
            </a:pPr>
            <a:r>
              <a:t>Group Chats</a:t>
            </a:r>
            <a:br/>
            <a:r>
              <a:t>(iMessage, WhatsApp)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No structure, no memory,</a:t>
            </a:r>
            <a:br/>
            <a:r>
              <a:t>no integration with venues</a:t>
            </a:r>
            <a:br/>
            <a:r>
              <a:t>or calendars.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❌  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024"/>
                </a:solidFill>
                <a:latin typeface="Calibri"/>
              </a:defRPr>
            </a:pPr>
            <a:r>
              <a:t>Yelp / Google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Great for discovery, but</a:t>
            </a:r>
            <a:br/>
            <a:r>
              <a:t>no group coordination,</a:t>
            </a:r>
            <a:br/>
            <a:r>
              <a:t>preferences, or scheduling.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❌  Partial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024"/>
                </a:solidFill>
                <a:latin typeface="Calibri"/>
              </a:defRPr>
            </a:pPr>
            <a:r>
              <a:t>When2Meet / Doodle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Scheduling only. No venue</a:t>
            </a:r>
            <a:br/>
            <a:r>
              <a:t>discovery, preferences,</a:t>
            </a:r>
            <a:br/>
            <a:r>
              <a:t>or booking.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❌  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01168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FF5ED"/>
          </a:solidFill>
          <a:ln w="25400">
            <a:solidFill>
              <a:srgbClr val="FF69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024"/>
                </a:solidFill>
                <a:latin typeface="Calibri"/>
              </a:defRPr>
            </a:pPr>
            <a:r>
              <a:t>Rowboat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785"/>
                </a:solidFill>
                <a:latin typeface="Calibri"/>
              </a:defRPr>
            </a:pPr>
            <a:r>
              <a:t>All-in-one: preferences,</a:t>
            </a:r>
            <a:br/>
            <a:r>
              <a:t>schedules, discovery, ranking,</a:t>
            </a:r>
            <a:br/>
            <a:r>
              <a:t>booking — AI-coordinated.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B954"/>
                </a:solidFill>
                <a:latin typeface="Calibri"/>
              </a:defRPr>
            </a:pPr>
            <a:r>
              <a:t>✅  Full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90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92024"/>
                </a:solidFill>
                <a:latin typeface="Calibri"/>
              </a:defRPr>
            </a:pPr>
            <a:r>
              <a:t>What we need from the CMU Startup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🧭  Mentorship on go-to-market strategy and customer discovery</a:t>
            </a:r>
          </a:p>
          <a:p>
            <a:pPr>
              <a:spcAft>
                <a:spcPts val="16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🏫  Access to the CMU community for early user validation on campus</a:t>
            </a:r>
          </a:p>
          <a:p>
            <a:pPr>
              <a:spcAft>
                <a:spcPts val="16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🤝  Connections to Pittsburgh's restaurant and entertainment ecosystem</a:t>
            </a:r>
          </a:p>
          <a:p>
            <a:pPr>
              <a:spcAft>
                <a:spcPts val="16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💡  Guidance on business model refinement and fundraising readiness</a:t>
            </a:r>
          </a:p>
          <a:p>
            <a:pPr>
              <a:spcAft>
                <a:spcPts val="1600"/>
              </a:spcAft>
              <a:defRPr sz="2200">
                <a:solidFill>
                  <a:srgbClr val="192024"/>
                </a:solidFill>
                <a:latin typeface="Calibri"/>
              </a:defRPr>
            </a:pPr>
            <a:r>
              <a:t>🛠️  Resources to move from prototype to production-grade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690F"/>
                </a:solidFill>
                <a:latin typeface="Calibri"/>
              </a:defRPr>
            </a:pPr>
            <a:r>
              <a:t>ROWBOAT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Stop planning. Start 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E99A4"/>
                </a:solidFill>
                <a:latin typeface="Calibri"/>
              </a:defRPr>
            </a:pPr>
            <a:r>
              <a:t>Carnegie Mellon University  •  24-880 AI Agents for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